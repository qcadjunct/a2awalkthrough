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2, in full depth. We take the upstream Policy agent and develop it, one concept at a time, each with its definition, its verbatim code, and a fitness test that proves it. Built on the Lab 1 foundation.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2 stands on Lab 1 like a higher normal form. It does not re-teach the foundation; it adds correlation, the FQSN skill identity, and the tool menu — each developed fully.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enhancement: correlation. Concept, then the respond() code, then the fitness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concept. Bare text cannot be correlated; the WorkspaceState gives the request a BLAKE3 identity and the response inherits it as correlation_id.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respond() method verbatim and fully typed. correlation_id is the request's pair hash — the link the orchestrator depends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fitness test for correlation, run with uv. The response correlation id equals the request pair hash.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enhancement: FQSN. This is the hardest idea, so it gets its own run — concept, the identity code, the port and adapters, and the polymorphism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FQSN is the governed skill identity. Per the architecture it is polymorphic: the identity is invariant, the substrate is a pluggable adapter.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FQSN verbatim. The identity is the hierarchical segments; name is display only. This is what makes it substrate-independent.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polymorphism in code. SkillResolver is the port; FilesystemAdapter materializes the FQSN to a hierarchical trifecta folder; DatabaseAdapter satisfies the same port but is not implemented in the labs.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polymorphism proof. Both adapters satisfy SkillResolver; the filesystem resolves to the trifecta; the database adapter refuses cleanly.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Third enhancement: the tool menu. Concept, the Triplet code, the ToolMenu code, the invoke gate, and the fitness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triplet pairs skill identity with vendor and model as Enum pointers — lightweight, validated.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Triplet verbatim, Pydantic V2. The validator forbids a model/vendor mismatch.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ToolMenu verbatim. The single-vendor validator is the anti-cross-product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gate verbatim. One IntEnum is the whole runtime choice; nothing mutates.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menu fitness test. Override keeps vendor+model, changes skill; the gate selects.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serialization boundary. JSON is the one serializable form; the trifecta renderings are informative, produced by Fabric and the TOON encoder.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deeper comparison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real upstream executor, verbatim, so the comparison is 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verdict. Correlation and FQSN fix real gaps; the menu adds capability upstream never had. Each enhancement is justified, not asserted.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close. Lab 2 at full depth: each enhancement defined, coded verbatim, and proven. The standard for every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2  ·  A2A WALKTHROUGH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 bare-text agent to a governed, choosable tool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3891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responses · FQSN skill identity · default + override gated at runtime · one vendor per tool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777240" y="33832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objects leave the REPL and ride a governed server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built the governed objects. Lab 2 normalizes the next step and adds, in depth: correlation, a polymorphic skill identity, and a default/override tool menu.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777240" y="33832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Enhancement 1 — the response carries its identity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returns bare text. The enhancement: a response BLAKE3-correlated to its request.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9728" cy="868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WorkspaceResponseObject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8680" y="960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— why correlation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20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  Failure it removes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29718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returns bare text via new_agent_text_message.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concurrent requests a reply cannot be matched to the request that produced 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51960" y="169164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EDE9F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1920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⚙  Mechanism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0560" y="2468880"/>
            <a:ext cx="29718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is wrapped in a WorkspaceState, which has a BLAKE3 pair hash.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respond() returns a response whose correlation_id IS that pair hash.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863840" y="169164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4C1D9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92440" y="1920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Future it unlocks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92440" y="2468880"/>
            <a:ext cx="29718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gateway or orchestrator (Labs 7-8) attributes every answer to its request.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under concurrency and out-of-order arrival.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— respond() is the correlation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291840" cy="36576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1097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a2a_labs/workspace.py  ·  WorkspaceState.respond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858000" cy="4937760"/>
          </a:xfrm>
          <a:prstGeom prst="rect">
            <a:avLst/>
          </a:prstGeom>
          <a:solidFill>
            <a:srgbClr val="1E1B4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572768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respond(self, result, status: ResponseStatus = ResponseStatus.OK,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source_agent: str = "") -&gt; WorkspaceResponseObject: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WorkspaceResponseObject(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bgd_surrogate=self.bgd_surrogate,      # inherit identity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fqdn=self.fqdn,                        # inherit identity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chain_depth=self.chain_depth + 1,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correlation_id=self.blake3_pair_hash,  # &lt;- THE LINK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result=result,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status=status,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source_agent=source_agent,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answered_skill_id=self.skill_id)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680960" y="1225296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0" y="1225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92440" y="1170432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is typed ResponseStatus (closed enum), with a default — not an untyped argument.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80960" y="2596896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0" y="2596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92440" y="2542032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correlation_id is set to the request's BLAKE3 pair hash. This is the request-&gt;response link.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680960" y="4059936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0" y="4059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92440" y="4005072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source_agent and answered_skill_id are real fields the model cannot forget.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Fitness test — the response correlates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188720"/>
            <a:ext cx="10515600" cy="4206240"/>
          </a:xfrm>
          <a:prstGeom prst="roundRect">
            <a:avLst>
              <a:gd name="adj" fmla="val 1739"/>
            </a:avLst>
          </a:prstGeom>
          <a:solidFill>
            <a:srgbClr val="0B0A1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560" y="1371600"/>
            <a:ext cx="164592" cy="16459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1344168" y="137160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636776" y="1371600"/>
            <a:ext cx="164592" cy="16459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783080"/>
            <a:ext cx="100584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uv run python   # executor core, no network needed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from a2a_labs import make_policy_executor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ex = make_policy_executor(lambda p: 'In-network: $25 copay.')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resp = ex.handle('How much for therapy?')   # only the prompt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resp.status, resp.source_agent, resp.is_terminal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D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(ResponseStatus.OK, 'policy', True)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D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expected = ex.expected_request('How much for therapy?')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resp.correlation_id == expected.blake3_pair_hash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D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577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output, run with uv. The response is BLAKE3-correlated to the exact request — proven without hand-typing identity.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2.2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777240" y="33832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Enhancement 2 — FQSN, a polymorphic skill identity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hardcodes the skill id inline. The enhancement: a Fully Qualified Skills Name — one governed identity, substrate-independent.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9728" cy="868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FQSN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8680" y="960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— Fully Qualified Skills Name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20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  Failure it removes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29718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re-types the skill id ('insurance_coverage') in the card and the handler.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 is a flat string with no governance.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51960" y="169164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EDE9F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1920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⚙  Mechanism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0560" y="2468880"/>
            <a:ext cx="29718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is named by an FQSN — a governed identity, defined once.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substrate-independent: the SAME identity in filesystem, database, or many taxonomies.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863840" y="169164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4C1D9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92440" y="1920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Future it unlocks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92440" y="2468880"/>
            <a:ext cx="29718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gateway routes to a tool by its FQSN.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backing can move substrate without changing the identity.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— the FQSN identity (Pydantic V2)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9601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a2a_labs/fqsn.py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44168"/>
            <a:ext cx="11064240" cy="4873752"/>
          </a:xfrm>
          <a:prstGeom prst="rect">
            <a:avLst/>
          </a:prstGeom>
          <a:solidFill>
            <a:srgbClr val="1E1B4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44168"/>
            <a:ext cx="502920" cy="4873752"/>
          </a:xfrm>
          <a:prstGeom prst="rect">
            <a:avLst/>
          </a:prstGeom>
          <a:solidFill>
            <a:srgbClr val="151238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453896"/>
            <a:ext cx="457200" cy="469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endParaRPr lang="en-US" sz="125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</a:t>
            </a:r>
            <a:endParaRPr lang="en-US" sz="125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endParaRPr lang="en-US" sz="125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</a:t>
            </a:r>
            <a:endParaRPr lang="en-US" sz="125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</a:t>
            </a:r>
            <a:endParaRPr lang="en-US" sz="125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</a:t>
            </a:r>
            <a:endParaRPr lang="en-US" sz="125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</a:t>
            </a:r>
            <a:endParaRPr lang="en-US" sz="125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</a:t>
            </a:r>
            <a:endParaRPr lang="en-US" sz="125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</a:t>
            </a:r>
            <a:endParaRPr lang="en-US" sz="125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5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25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25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25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25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70432" y="1453896"/>
            <a:ext cx="10332720" cy="469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FQSN(BaseModel):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model_config = ConfigDict(frozen=True)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segments: tuple[str, ...]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@classmethod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parse(cls, dotted: str) -&gt; "FQSN":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parts = tuple(part for part in dotted.split(".") if part)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parts: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ValueError("FQSN requires at least one segment")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cls(segments=parts)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@property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name(self) -&gt; str: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".".join(self.segments)        # display, not storage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identity is the segments tuple. name is the dotted DISPLAY rendering — never the storage form. Not a path, not a flat string.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— the port and its adapters (hexagonal)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2801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a2a_labs/fqsn.py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 </a:t>
            </a:r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flat string fixes the skill to one substrate      </a:t>
            </a:r>
            <a:pPr indent="0" marL="0">
              <a:buNone/>
            </a:pPr>
            <a:r>
              <a:rPr lang="en-US" sz="125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 </a:t>
            </a:r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 lets filesystem OR database resolve the same identity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64208"/>
            <a:ext cx="11064240" cy="4553712"/>
          </a:xfrm>
          <a:prstGeom prst="rect">
            <a:avLst/>
          </a:prstGeom>
          <a:solidFill>
            <a:srgbClr val="1E1B4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64208"/>
            <a:ext cx="502920" cy="4553712"/>
          </a:xfrm>
          <a:prstGeom prst="rect">
            <a:avLst/>
          </a:prstGeom>
          <a:solidFill>
            <a:srgbClr val="15123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773936"/>
            <a:ext cx="457200" cy="437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endParaRPr lang="en-US" sz="115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</a:t>
            </a:r>
            <a:endParaRPr lang="en-US" sz="115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endParaRPr lang="en-US" sz="115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</a:t>
            </a:r>
            <a:endParaRPr lang="en-US" sz="115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</a:t>
            </a:r>
            <a:endParaRPr lang="en-US" sz="115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</a:t>
            </a:r>
            <a:endParaRPr lang="en-US" sz="115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</a:t>
            </a:r>
            <a:endParaRPr lang="en-US" sz="115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</a:t>
            </a:r>
            <a:endParaRPr lang="en-US" sz="115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</a:t>
            </a:r>
            <a:endParaRPr lang="en-US" sz="115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5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5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5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15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15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70432" y="1773936"/>
            <a:ext cx="10332720" cy="437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@runtime_checkable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SkillResolver(Protocol):              # the PORT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resolve(self, fqsn: FQSN) -&gt; SkillTrifecta: ...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exists(self, fqsn: FQSN) -&gt; bool: ...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FilesystemAdapter:                    # ADAPTER 1 (shipped)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_folder(self, fqsn: FQSN) -&gt; Path: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self._root.joinpath(*fqsn.segments)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resolve(self, fqsn: FQSN) -&gt; SkillTrifecta: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folder = self._folder(fqsn)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... reads system.md / system.yaml / system.toon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DatabaseAdapter:                      # ADAPTER 2 (port stub)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resolve(self, fqsn: FQSN) -&gt; SkillTrifecta: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NotImplementedError("not part of the labs")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FQSN resolves through a filesystem adapter (shipped) or a database adapter (port stub). Hexagonal ports-and-adapters at the naming layer.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Fitness test — one identity, two substrates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188720"/>
            <a:ext cx="10515600" cy="4206240"/>
          </a:xfrm>
          <a:prstGeom prst="roundRect">
            <a:avLst>
              <a:gd name="adj" fmla="val 1739"/>
            </a:avLst>
          </a:prstGeom>
          <a:solidFill>
            <a:srgbClr val="0B0A1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560" y="1371600"/>
            <a:ext cx="164592" cy="16459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1344168" y="137160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636776" y="1371600"/>
            <a:ext cx="164592" cy="16459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783080"/>
            <a:ext cx="100584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fq = FQSN.parse('policy.insurance_coverage')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fs = FilesystemAdapter(root); db = DatabaseAdapter()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isinstance(fs, SkillResolver), isinstance(db, SkillResolver)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D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(True, True)                       # both satisfy the port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D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fs.resolve(fq).system_md.parts[-2:]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D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('insurance_coverage', 'system.md')   # hierarchical trifecta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D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db.resolve(fq)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D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NotImplementedError: not part of the labs   # same port, embargo-safe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577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output. The same FQSN resolves through the filesystem; the database adapter satisfies the identical port but is not implemented — polymorphism, proven.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2.3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777240" y="33832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Enhancement 3 — a default and an override, gated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binds one hardcoded model. The enhancement: a tool holds a default and an override triplet, one vendor, selected at runtime by a gate.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9728" cy="868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Triplet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8680" y="960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— three Enum pointers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20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  Failure it removes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29718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binds one hardcoded model, no runtime alternative without editing code.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51960" y="169164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EDE9F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1920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⚙  Mechanism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0560" y="2468880"/>
            <a:ext cx="29718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Triplet is (FQSN, Vendor, VendorModel) — three lightweight Enum pointers.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must be served by vendor (validated).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863840" y="169164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4C1D9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92440" y="1920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Future it unlocks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92440" y="2468880"/>
            <a:ext cx="29718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wire form is three tokens via as_pointers().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exposes a curated option, not a model object.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— Triplet (Pydantic V2, validated)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9601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a2a_labs/tool_menu.py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44168"/>
            <a:ext cx="11064240" cy="4873752"/>
          </a:xfrm>
          <a:prstGeom prst="rect">
            <a:avLst/>
          </a:prstGeom>
          <a:solidFill>
            <a:srgbClr val="1E1B4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44168"/>
            <a:ext cx="502920" cy="4873752"/>
          </a:xfrm>
          <a:prstGeom prst="rect">
            <a:avLst/>
          </a:prstGeom>
          <a:solidFill>
            <a:srgbClr val="151238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453896"/>
            <a:ext cx="457200" cy="469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endParaRPr lang="en-US" sz="12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</a:t>
            </a:r>
            <a:endParaRPr lang="en-US" sz="12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endParaRPr lang="en-US" sz="12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</a:t>
            </a:r>
            <a:endParaRPr lang="en-US" sz="12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</a:t>
            </a:r>
            <a:endParaRPr lang="en-US" sz="12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</a:t>
            </a:r>
            <a:endParaRPr lang="en-US" sz="12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</a:t>
            </a:r>
            <a:endParaRPr lang="en-US" sz="12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</a:t>
            </a:r>
            <a:endParaRPr lang="en-US" sz="12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</a:t>
            </a:r>
            <a:endParaRPr lang="en-US" sz="12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2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2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2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2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2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2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70432" y="1453896"/>
            <a:ext cx="10332720" cy="469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Triplet(BaseModel):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model_config = ConfigDict(frozen=True, arbitrary_types_allowed=True)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fqsn: FQSN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vendor: Vendor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model: VendorModel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@model_validator(mode="after")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_model_belongs_to_vendor(self) -&gt; "Triplet":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self.model.vendor is not self.vendor: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ValueError(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f"model {self.model.name} is served by "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f"{self.model.vendor.name}, not {self.vendor.name}")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as_pointers(self) -&gt; tuple[str, str, str]: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(self.fqsn.name, self.vendor.value, self.model.name)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Frozen, typed, and validated: a triplet cannot pair a model with the wrong vendor. as_pointers() is the three-token wire form.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— ToolMenu: default + override, one vendor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9601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a2a_labs/tool_menu.py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44168"/>
            <a:ext cx="11064240" cy="4873752"/>
          </a:xfrm>
          <a:prstGeom prst="rect">
            <a:avLst/>
          </a:prstGeom>
          <a:solidFill>
            <a:srgbClr val="1E1B4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44168"/>
            <a:ext cx="502920" cy="4873752"/>
          </a:xfrm>
          <a:prstGeom prst="rect">
            <a:avLst/>
          </a:prstGeom>
          <a:solidFill>
            <a:srgbClr val="151238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453896"/>
            <a:ext cx="457200" cy="469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endParaRPr lang="en-US" sz="12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</a:t>
            </a:r>
            <a:endParaRPr lang="en-US" sz="12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endParaRPr lang="en-US" sz="12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</a:t>
            </a:r>
            <a:endParaRPr lang="en-US" sz="12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</a:t>
            </a:r>
            <a:endParaRPr lang="en-US" sz="12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</a:t>
            </a:r>
            <a:endParaRPr lang="en-US" sz="12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</a:t>
            </a:r>
            <a:endParaRPr lang="en-US" sz="12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</a:t>
            </a:r>
            <a:endParaRPr lang="en-US" sz="12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</a:t>
            </a:r>
            <a:endParaRPr lang="en-US" sz="12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2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2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70432" y="1453896"/>
            <a:ext cx="10332720" cy="469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ToolMenu(BaseModel):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model_config = ConfigDict(frozen=True)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tool_name: str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version: str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default: Triplet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override: Triplet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@model_validator(mode="after")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_single_vendor(self) -&gt; "ToolMenu":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self.default.vendor is not self.override.vendor: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ValueError("a tool uses one vendor")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holds exactly two triplets — default and override — that MUST share one vendor. Singular vendor prevents a vendor x model x skill cross product.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— invoke(): the gate is the whole choice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291840" cy="36576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1097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a2a_labs/tool_menu.py  ·  ToolMenu.invoke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858000" cy="4937760"/>
          </a:xfrm>
          <a:prstGeom prst="rect">
            <a:avLst/>
          </a:prstGeom>
          <a:solidFill>
            <a:srgbClr val="1E1B4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572768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invoke(self,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gate: OverrideDefault = OverrideDefault.FALSE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) -&gt; Triplet: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(self.override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gate is OverrideDefault.TRUE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 self.default)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680960" y="1225296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0" y="1225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92440" y="1170432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OverrideDefault is an IntEnum (FALSE=0 / TRUE=1) — a closed gate, not a raw bool.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80960" y="2596896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0" y="2596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92440" y="2542032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returns the discovered default; TRUE returns the override. The entire runtime choice.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680960" y="4059936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0" y="4059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92440" y="4005072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Non-mutating: the menu is immutable in-process; it evolves only across a server restart.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Fitness test — gate, vendor, immutability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188720"/>
            <a:ext cx="10515600" cy="4206240"/>
          </a:xfrm>
          <a:prstGeom prst="roundRect">
            <a:avLst>
              <a:gd name="adj" fmla="val 1739"/>
            </a:avLst>
          </a:prstGeom>
          <a:solidFill>
            <a:srgbClr val="0B0A1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560" y="1371600"/>
            <a:ext cx="164592" cy="16459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1344168" y="137160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636776" y="1371600"/>
            <a:ext cx="164592" cy="16459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783080"/>
            <a:ext cx="100584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default  = Triplet(fqsn=FQSN.parse('policy.insurance_coverage'),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D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    vendor=Vendor.GOOGLE, model=VendorModel.GEMINI_FLASH_LITE)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override = Triplet(fqsn=FQSN.parse('policy.claims_status'),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D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    vendor=Vendor.GOOGLE, model=VendorModel.GEMINI_FLASH_LITE)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menu = menu_for('policy_tool', 'v2026.06.02', default, override)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menu.invoke(OverrideDefault.FALSE).as_pointers()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D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('policy.insurance_coverage', 'google', 'GEMINI_FLASH_LITE')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menu.invoke(OverrideDefault.TRUE).as_pointers()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D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('policy.claims_status', 'google', 'GEMINI_FLASH_LITE')  # diff skill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577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output. The override keeps the default's vendor and model, choosing a different skill. The gate is the entire choice.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response submessage — one serializable, three informative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852160"/>
                <a:gridCol w="34747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Form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Role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Produced by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Serializable — the narrative payload; recipient reconstructs from 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lab (model_dump_json / to_wire)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YAML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Informative — human-readable rendering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Fabric (system.md -&gt; yaml)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Informative — Token-Optimized Object Notation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Medium-published TOON encoder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Markdown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Informative — the source system.md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skill source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8521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JSON round-trips. YAML, TOON, and Markdown are read, not parsed back. The lab authors JSON; it does not reimplement TOON or duplicate Fabric.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≡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777240" y="33832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depth — upstream versus enhanced, gap by gap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executor in full, and an honest verdict on each enhancement.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Upstream — the original executor, in full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9601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01-a2a-original/a2a_policy_agent.py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44168"/>
            <a:ext cx="11064240" cy="4873752"/>
          </a:xfrm>
          <a:prstGeom prst="rect">
            <a:avLst/>
          </a:prstGeom>
          <a:solidFill>
            <a:srgbClr val="1E1B4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44168"/>
            <a:ext cx="502920" cy="4873752"/>
          </a:xfrm>
          <a:prstGeom prst="rect">
            <a:avLst/>
          </a:prstGeom>
          <a:solidFill>
            <a:srgbClr val="151238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453896"/>
            <a:ext cx="457200" cy="469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endParaRPr lang="en-US" sz="13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</a:t>
            </a:r>
            <a:endParaRPr lang="en-US" sz="13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endParaRPr lang="en-US" sz="13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</a:t>
            </a:r>
            <a:endParaRPr lang="en-US" sz="13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</a:t>
            </a:r>
            <a:endParaRPr lang="en-US" sz="13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</a:t>
            </a:r>
            <a:endParaRPr lang="en-US" sz="13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</a:t>
            </a:r>
            <a:endParaRPr lang="en-US" sz="13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</a:t>
            </a:r>
            <a:endParaRPr lang="en-US" sz="13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B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70432" y="1453896"/>
            <a:ext cx="10332720" cy="469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PolicyAgentExecutor(AgentExecutor):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 -&gt; None: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self.agent = PolicyAgent()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def execute(self, context, event_queue) -&gt; None: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prompt = context.get_user_input()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response = self.agent.answer_query(prompt)   # -&gt; str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message = new_agent_text_message(response)    # bare text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await event_queue.enqueue_event(message)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 upstream. It works. Skill id, model, and card are inline literals. No identity, correlation, or model choice.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 by gap — and the honest verdict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114800"/>
                <a:gridCol w="34747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Upstream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Enhanced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Verdict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bare text reply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WorkspaceResponseObject, correlated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Fixes a real upstream gap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id inline, re-typed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FQSN polymorphic identity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Fixes a real upstream gap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assembled inline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build_agent_card from registry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Matters once &gt;1 agent (Labs 4/6/8)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hardcoded 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+ override triplet, one vendor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capability — no upstream menu to fix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runtime choice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OverrideDefault gate (FALSE/TRUE)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capability — real-world tool feature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8521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Honest: correlation and FQSN fix genuine gaps; the default/override menu is new real-world capability. Both legitimate — for different reasons.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2 — done in depth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concept: defined, shown in verbatim code, and proven with a fitness test.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3891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· polymorphic FQSN · default/override gated by OverrideDefault · one vendor per tool · JSON serializable, trifecta informative. Pydantic V2 throughout.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2 - Governed Tool (full depth)</dc:title>
  <dc:subject>PptxGenJS Presentation</dc:subject>
  <dc:creator>Peter Heller — Mind Over Metadata LLC</dc:creator>
  <cp:lastModifiedBy>Peter Heller — Mind Over Metadata LLC</cp:lastModifiedBy>
  <cp:revision>1</cp:revision>
  <dcterms:created xsi:type="dcterms:W3CDTF">2026-06-02T19:01:32Z</dcterms:created>
  <dcterms:modified xsi:type="dcterms:W3CDTF">2026-06-02T19:01:32Z</dcterms:modified>
</cp:coreProperties>
</file>