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3 is the other half of Lab 2. We use the A2A Python client to talk to the Policy Agent server. The client hides the protocol plumbing: it discovers the agent through its card and sends messages, while we handle the response stream. This is the first time we cross a network boundary between two pieces of our own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concept is discovery. The client starts with nothing but a URL. It fetches the Agent Card, which tells it the agent's name, skills, and capabilities. Only then does it send a message. This is what makes A2A composable: a client doesn't need compile-time knowledge of an agent, just its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steps. Connect with ClientFactory, passing the agent URL and an httpx client. Discover by calling get_card. Construct a text message from the user's prompt. Then send and receive: send_message returns an async stream. We iterate it, because a response may come back as a direct Message or as a Task that carries Artifacts. We extract the text from whichever shape arrives.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Upstream builds the URL from environment variables inline and leaves commented-out lines for the other ports — you edit code to switch targets. Our version uses url_for with an AgentRole Enum, so switching which agent you call is a one-token change. Critically, our Marimo notebook adds a pre-flight is_up check that shows a green or red callout before you send anything, so you never get a confusing failure deep in an async call. And because the notebook is reactive, editing the prompt re-runs the query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loop is the one subtlety in the lab. The A2A protocol can answer in two shapes. A simple agent replies with a direct Message. A more complex agent returns a Task — delivered as a tuple, a ClientEvent — and the actual content lives in that task's Artifacts. Our code handles both so the same client works against any agent in the series, including the orchestrator in Lab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now talk to any single agent. Lab 4 introduces a second, very different agent — a health research agent built with Google's Agent Development Kit that uses Google Search — and from there the labs move toward coordinating multiple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 ·  A2A WALKTHROUGH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Calling an A2A Agent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an A2A Client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703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ClientFactory  ·  get_card()  ·  send_message stream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434840"/>
            <a:ext cx="27432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Heller · Mind Over Metadata LLC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client discovers the agent, then sends it a message.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via the Agent Card means the client needs only a URL — capabilities are learned at runtime.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client interaction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2286000"/>
            <a:ext cx="2354580" cy="1920240"/>
          </a:xfrm>
          <a:prstGeom prst="roundRect">
            <a:avLst>
              <a:gd name="adj" fmla="val 4762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2560320"/>
            <a:ext cx="2171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32688" y="3200400"/>
            <a:ext cx="21351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ClientFactory.connect(url)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77540" y="2286000"/>
            <a:ext cx="365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543300" y="2286000"/>
            <a:ext cx="2354580" cy="1920240"/>
          </a:xfrm>
          <a:prstGeom prst="roundRect">
            <a:avLst>
              <a:gd name="adj" fmla="val 476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34740" y="2560320"/>
            <a:ext cx="2171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3028" y="3200400"/>
            <a:ext cx="21351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client.get_card()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97880" y="2286000"/>
            <a:ext cx="365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63640" y="2286000"/>
            <a:ext cx="2354580" cy="1920240"/>
          </a:xfrm>
          <a:prstGeom prst="roundRect">
            <a:avLst>
              <a:gd name="adj" fmla="val 476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2560320"/>
            <a:ext cx="2171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73368" y="3200400"/>
            <a:ext cx="21351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message object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18220" y="2286000"/>
            <a:ext cx="365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983980" y="2286000"/>
            <a:ext cx="2354580" cy="1920240"/>
          </a:xfrm>
          <a:prstGeom prst="roundRect">
            <a:avLst>
              <a:gd name="adj" fmla="val 4762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75420" y="2560320"/>
            <a:ext cx="2171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Send/recv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093708" y="3200400"/>
            <a:ext cx="21351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of events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arrive as a stream: Messages, or Tasks carrying Artifacts.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vs. how we built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50292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Upstream baseline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97280" y="24688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host/port from os.getenv, built inline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Commented-out alternate ports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pre-flight check — fails mid-call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helper from helpers.py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029200" cy="3931920"/>
          </a:xfrm>
          <a:prstGeom prst="roundRect">
            <a:avLst>
              <a:gd name="adj" fmla="val 2791"/>
            </a:avLst>
          </a:prstGeom>
          <a:solidFill>
            <a:srgbClr val="4C1D9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built it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0" y="24688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settings.url_for(AgentRole.POLICY)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target by AgentRole Enum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is_up() callout confirms reachability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Marimo cell re-runs on edit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Processing the response stream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10515600" cy="3383280"/>
          </a:xfrm>
          <a:prstGeom prst="roundRect">
            <a:avLst>
              <a:gd name="adj" fmla="val 2703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874520"/>
            <a:ext cx="9966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for response in client.send_message(message):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isinstance(response, Message):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text_content = get_message_text(response)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isinstance(response, tuple):          # ClientEvent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task: Task = response[0]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task.artifacts: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text_content = get_message_text(task.artifacts[0])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both shapes: a direct Message, or a Task whose Artifact holds the text.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4 adds a second agent — Health Research, built with Google ADK.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we'll have two agents to talk to, and soon something to coordinate them.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3 - A2A Client</dc:title>
  <dc:subject>PptxGenJS Presentation</dc:subject>
  <dc:creator>Peter Heller — Mind Over Metadata LLC</dc:creator>
  <cp:lastModifiedBy>Peter Heller — Mind Over Metadata LLC</cp:lastModifiedBy>
  <cp:revision>1</cp:revision>
  <dcterms:created xsi:type="dcterms:W3CDTF">2026-06-02T11:06:44Z</dcterms:created>
  <dcterms:modified xsi:type="dcterms:W3CDTF">2026-06-02T11:06:44Z</dcterms:modified>
</cp:coreProperties>
</file>